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013" y="6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10/13/2026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IDE BOOTCAMP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3209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Software/Hardware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- 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Detailed explanation of the proposed solution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 How it addresses the problem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Innovation and uniqueness of the solution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Technologies to be used (e.g. programming languages, frameworks, hardware)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Methodology and process for implementation (Flow Charts/Images/ working prototype)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for overcoming these challenges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impact on the target audience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 of the solution (social, economic, environmental, etc.)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7494</TotalTime>
  <Words>144</Words>
  <Application>Microsoft Office PowerPoint</Application>
  <PresentationFormat>Widescreen</PresentationFormat>
  <Paragraphs>37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IDE BOOTCAMP 2026</vt:lpstr>
      <vt:lpstr> IDEA TITLE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Saikat Shil</cp:lastModifiedBy>
  <cp:revision>149</cp:revision>
  <dcterms:created xsi:type="dcterms:W3CDTF">2013-12-12T18:46:50Z</dcterms:created>
  <dcterms:modified xsi:type="dcterms:W3CDTF">2026-10-13T07:04:02Z</dcterms:modified>
  <cp:category/>
</cp:coreProperties>
</file>